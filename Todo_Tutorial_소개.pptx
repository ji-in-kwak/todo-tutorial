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82296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2E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</a:rPr>
              <a:t>Claude Code Playbook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 App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Claude Code로 완성하는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할 일 관리 앱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25603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40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React 19  ·  Next.js 16  ·  Tailwind CSS v4  ·  shadcn/ui  ·  TypeScript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이 프로젝트는?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Playbook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강의의 실습용 저장소입니다.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Todo 앱을 단계별로 발전시키며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사용법을 실전으로 익힙니다.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챕터는 별도 브랜치로 제공되어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학습자가 단계별로 따라갈 수 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100584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0" y="1005840"/>
            <a:ext cx="10972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8112" y="1097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16+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68112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개발 커밋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224028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0" y="2240280"/>
            <a:ext cx="10972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11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8112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핵심 기능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3474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3474720"/>
            <a:ext cx="10972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5+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68112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컴포넌트 테스트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97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🔗  docs.claude-hunt.com  |  claude-hunt.com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기술 스택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91440"/>
          </a:xfrm>
          <a:prstGeom prst="rect">
            <a:avLst/>
          </a:prstGeom>
          <a:solidFill>
            <a:srgbClr val="1E2D3A"/>
          </a:solidFill>
          <a:ln w="12700">
            <a:solidFill>
              <a:srgbClr val="1E2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70432"/>
            <a:ext cx="1005840" cy="256032"/>
          </a:xfrm>
          <a:prstGeom prst="rect">
            <a:avLst/>
          </a:prstGeom>
          <a:solidFill>
            <a:srgbClr val="1E2D3A">
              <a:alpha val="15000"/>
            </a:srgbClr>
          </a:solidFill>
          <a:ln w="12700">
            <a:solidFill>
              <a:srgbClr val="1E2D3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3A"/>
                </a:solidFill>
              </a:rPr>
              <a:t>Framework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</a:rPr>
              <a:t>Next.js 16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App Router + Turbopack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서버 컴포넌트 우선 아키텍처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51760" cy="91440"/>
          </a:xfrm>
          <a:prstGeom prst="rect">
            <a:avLst/>
          </a:prstGeom>
          <a:solidFill>
            <a:srgbClr val="0080B9"/>
          </a:solidFill>
          <a:ln w="12700">
            <a:solidFill>
              <a:srgbClr val="0080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170432"/>
            <a:ext cx="1005840" cy="256032"/>
          </a:xfrm>
          <a:prstGeom prst="rect">
            <a:avLst/>
          </a:prstGeom>
          <a:solidFill>
            <a:srgbClr val="0080B9">
              <a:alpha val="15000"/>
            </a:srgbClr>
          </a:solidFill>
          <a:ln w="12700">
            <a:solidFill>
              <a:srgbClr val="0080B9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70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0B9"/>
                </a:solidFill>
              </a:rPr>
              <a:t>UI Library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481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</a:rPr>
              <a:t>React 19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최신 훅 패턴과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함수형 컴포넌트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05840"/>
            <a:ext cx="265176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170432"/>
            <a:ext cx="1005840" cy="256032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170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Styling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1481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</a:rPr>
              <a:t>Tailwind CSS v4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유틸리티 클래스 기반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빠른 스타일링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803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80360"/>
            <a:ext cx="26517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44952"/>
            <a:ext cx="1005840" cy="25603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44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Components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</a:rPr>
              <a:t>shadcn/ui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Radix 기반 접근성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최적화 컴포넌트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8803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880360"/>
            <a:ext cx="26517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044952"/>
            <a:ext cx="1005840" cy="256032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044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Language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</a:rPr>
              <a:t>TypeScript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375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정적 타입으로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안전한 개발 환경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28803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880360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044952"/>
            <a:ext cx="1005840" cy="256032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044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Testing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</a:rPr>
              <a:t>Vitest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179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React Testing Library와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통합 테스트 환경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구현된 주요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078992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78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Todo CRUD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추가·완료·삭제 기본 동작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56048" y="1078992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078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033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우선순위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307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높음 / 보통 / 낮음 3단계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76479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1883664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883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1837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마감일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112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날짜 설정 및 표시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76479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56048" y="1883664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883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1837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제목 검색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112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실시간 키워드 필터링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5694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2688336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688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🏷️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2642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카테고리 태그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29169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사용자 정의 태그 분류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5694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6048" y="2688336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688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2642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필터링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29169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전체 / 진행중 / 완료 토글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37413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" y="3493008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493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↕️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3447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정렬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" y="37216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이름순·생성일순·마감일순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37413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56048" y="3493008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493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📂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0" y="3447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카테고리 필터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0" y="37216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태그별 Todo 필터링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17880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" y="4297680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4297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0584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로컬 저장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05840" y="4526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localStorage 영속성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417880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956048" y="4297680"/>
            <a:ext cx="420624" cy="42062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4297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A"/>
                </a:solidFill>
              </a:rPr>
              <a:t>테스트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0" y="4526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Vitest + RTL 단위·통합 테스트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단계별 개발 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62272" y="1005840"/>
            <a:ext cx="0" cy="374904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60520" y="127101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271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521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A"/>
                </a:solidFill>
              </a:rPr>
              <a:t>기반 구축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CLAUDE.md 규칙 정의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+ localStorage Todo 구현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05740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223113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112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A"/>
                </a:solidFill>
              </a:rPr>
              <a:t>테스트 환경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Vitest + RTL 구축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+ 통합 테스트 작성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319125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723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A"/>
                </a:solidFill>
              </a:rPr>
              <a:t>기능 확장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우선순위 · 마감일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· 필터 · 정렬 추가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97764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60520" y="415137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032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A"/>
                </a:solidFill>
              </a:rPr>
              <a:t>검색 &amp; 태그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343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제목 검색 기능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+ 카테고리 태그 시스템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01752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Code와 함께라면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빨라집니다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9260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커밋으로 학습 흐름을 기록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테스트로 안전하게 기능 확장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Code로 생산성 10배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Tutorial App</dc:title>
  <dc:subject>PptxGenJS Presentation</dc:subject>
  <dc:creator>Claude Code Playbook</dc:creator>
  <cp:lastModifiedBy>Claude Code Playbook</cp:lastModifiedBy>
  <cp:revision>1</cp:revision>
  <dcterms:created xsi:type="dcterms:W3CDTF">2026-07-08T02:10:17Z</dcterms:created>
  <dcterms:modified xsi:type="dcterms:W3CDTF">2026-07-08T02:10:17Z</dcterms:modified>
</cp:coreProperties>
</file>